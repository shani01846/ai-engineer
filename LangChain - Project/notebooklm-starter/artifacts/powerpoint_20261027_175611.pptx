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 is the presentation slide content based on the provided source: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Meet Shani Kirzon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Engineer &amp; Full Stack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Passionate about combining artificial intelligence with modern web technologies</a:t>
            </a:r>
          </a:p>
          <a:p>
            <a:pPr/>
            <a:r>
              <a:t>Dedicated to building innovative, user-focused digital solutions</a:t>
            </a:r>
          </a:p>
          <a:p>
            <a:pPr/>
            <a:r>
              <a:t>**SLIDE TITLE:** Professional Expertise</a:t>
            </a:r>
          </a:p>
          <a:p>
            <a:pPr/>
            <a:r>
              <a:t>**Bullet points:**</a:t>
            </a:r>
          </a:p>
          <a:p>
            <a:pPr/>
            <a:r>
              <a:t>Specialization in Artificial Intelligence engineering</a:t>
            </a:r>
          </a:p>
          <a:p>
            <a:pPr/>
            <a:r>
              <a:t>Comprehensive Full Stack development capabilities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Online Portfolio &amp; Projects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[shani-kirzon.netlify.app](https://shani-kirzon.netlify.app)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Interactive platform showcasing professional projects and capabilities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themed coding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Development &amp; GitHub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[shani01846](https://github.com/shani01846)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Repository of custom software development and AI experiments</a:t>
            </a:r>
          </a:p>
          <a:p>
            <a:pPr/>
            <a:r>
              <a:t>Committed to clean code, version control, and collaborative open-source principles</a:t>
            </a:r>
          </a:p>
          <a:p>
            <a:pPr/>
            <a:r>
              <a:t>**SLIDE TITLE:** Get in Touch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[shani01846@gmail.com](mailto:shani01846@gmail.com)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+972 54 850 1846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Available for professional opportunities, collaborations, and inquiries</a:t>
            </a:r>
          </a:p>
          <a:p>
            <a:pPr/>
            <a:r>
              <a:t>**SLIDE TITLE:** Driving Innovation with AI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world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Delivering scalable, end-to-end web applications from concept to deployment</a:t>
            </a:r>
          </a:p>
          <a:p>
            <a:pPr/>
            <a:r>
              <a:t>Ready to build the future of intelligent software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