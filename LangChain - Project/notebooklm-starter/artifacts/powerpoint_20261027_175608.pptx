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Here is the presentation slide content based on the provided source: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**SLIDE TITLE:** Meet Shani Kirzon</a:t>
            </a:r>
          </a:p>
          <a:p>
            <a:pPr/>
            <a:r>
              <a:t>**Bullet points:**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Engineer &amp; Full Stack Developer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No supporting bullets provided.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shani-kirzon.netlify.app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No supporting bullets provided.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edge technology and modern web development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**SLIDE TITLE:** Core Technical Skills</a:t>
            </a:r>
          </a:p>
          <a:p>
            <a:pPr/>
            <a:r>
              <a:t>**Bullet points:**</a:t>
            </a:r>
          </a:p>
          <a:p>
            <a:pPr/>
            <a:r>
              <a:t>Specialization in Artificial Intelligence engineering</a:t>
            </a:r>
          </a:p>
          <a:p>
            <a:pPr/>
            <a:r>
              <a:t>Comprehensive Full Stack development capabilities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facing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**SLIDE TITLE:** Get in Touch</a:t>
            </a:r>
          </a:p>
          <a:p>
            <a:pPr/>
            <a:r>
              <a:t>**Bullet points:**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shani01846@gmail.com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No supporting bullets provided.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+972 54 850 1846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Always open to new projects, collaborations, and opportunities</a:t>
            </a:r>
          </a:p>
          <a:p>
            <a:pPr/>
            <a:r>
              <a:t>**SLIDE TITLE:** Explore My Work Online</a:t>
            </a:r>
          </a:p>
          <a:p>
            <a:pPr/>
            <a:r>
              <a:t>**Bullet points:**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github.com/shani01846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Personal Website &amp; Portfolio: shani-kirzon.netlify.app</a:t>
            </a:r>
          </a:p>
          <a:p>
            <a:pPr/>
            <a:r>
              <a:t>Check out repositories, source code, and live AI projects</a:t>
            </a:r>
          </a:p>
          <a:p>
            <a:pPr/>
            <a:r>
              <a:t>**SLIDE TITLE:** AI &amp; Coding in Action</a:t>
            </a:r>
          </a:p>
          <a:p>
            <a:pPr/>
            <a:r>
              <a:t>**Bullet points:**</a:t>
            </a:r>
          </a:p>
          <a:p>
            <a:pPr/>
            <a:r>
              <a:t>Integrating AI robotics and automation concepts into everyday workflows</a:t>
            </a:r>
          </a:p>
          <a:p>
            <a:pPr/>
            <a:r>
              <a:t>Passionate about building interactive, intelligent web applications</a:t>
            </a:r>
          </a:p>
          <a:p>
            <a:pPr/>
            <a:r>
              <a:t>Transforming complex ideas into clean, functional code</a:t>
            </a:r>
          </a:p>
          <a:p>
            <a:pPr/>
            <a:r>
              <a:t>**SLIDE TITLE:** Let's Build Something Together</a:t>
            </a:r>
          </a:p>
          <a:p>
            <a:pPr/>
            <a:r>
              <a:t>**Bullet points:**</a:t>
            </a:r>
          </a:p>
          <a:p>
            <a:pPr/>
            <a:r>
              <a:t>Reach out via email for professional inquiries</a:t>
            </a:r>
          </a:p>
          <a:p>
            <a:pPr/>
            <a:r>
              <a:t>Explore code contributions and projects on GitHub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stack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No supporting bullets provided.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