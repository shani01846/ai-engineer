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presentation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Professional Introduction</a:t>
            </a:r>
          </a:p>
          <a:p>
            <a:pPr/>
            <a:r>
              <a:t>* **Name:** Shani Kirzon</a:t>
            </a:r>
          </a:p>
          <a:p>
            <a:pPr/>
            <a:r>
              <a:t>* **Role:** AI Engineer &amp; Full Stack Developer</a:t>
            </a:r>
          </a:p>
          <a:p>
            <a:pPr/>
            <a:r>
              <a:t>* **Expertise:** Bridging advanced artificial intelligence with robust full-stack development</a:t>
            </a:r>
          </a:p>
          <a:p>
            <a:pPr/>
            <a:r>
              <a:t>* **Portfolio:** Featured interactive website and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Core Technical Expertise</a:t>
            </a:r>
          </a:p>
          <a:p>
            <a:pPr/>
            <a:r>
              <a:t>* **AI Engineering:** Developing and integrating intelligent machine learning solutions</a:t>
            </a:r>
          </a:p>
          <a:p>
            <a:pPr/>
            <a:r>
              <a:t>* **Full Stack Development:** Building end-to-end web applications from the ground up</a:t>
            </a:r>
          </a:p>
          <a:p>
            <a:pPr/>
            <a:r>
              <a:t>* **Modern Tech Stack:** Combining backend logic with dynamic, responsive user interfaces</a:t>
            </a:r>
          </a:p>
          <a:p>
            <a:pPr/>
            <a:r>
              <a:t>* **Innovation Focus:** Utilizing automated tools and coding efficiencies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Connect via Email</a:t>
            </a:r>
          </a:p>
          <a:p>
            <a:pPr/>
            <a:r>
              <a:t>* **Primary Address:** shani01846@gmail.com</a:t>
            </a:r>
          </a:p>
          <a:p>
            <a:pPr/>
            <a:r>
              <a:t>* **Availability:** Open for professional inquiries, collaborations, and project discussions</a:t>
            </a:r>
          </a:p>
          <a:p>
            <a:pPr/>
            <a:r>
              <a:t>* **Direct Access:** Quick clickable email link for seamless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Explore GitHub Profile</a:t>
            </a:r>
          </a:p>
          <a:p>
            <a:pPr/>
            <a:r>
              <a:t>* **Username:** shani01846</a:t>
            </a:r>
          </a:p>
          <a:p>
            <a:pPr/>
            <a:r>
              <a:t>* **Code Repository:** View source code, open-source contributions, and technical projects</a:t>
            </a:r>
          </a:p>
          <a:p>
            <a:pPr/>
            <a:r>
              <a:t>* **Development Activity:** Demonstrates hands-on coding skills, version control, and problem-solving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Direct Contact &amp; Phone</a:t>
            </a:r>
          </a:p>
          <a:p>
            <a:pPr/>
            <a:r>
              <a:t>* **Phone Number:** +972 54 850 1846</a:t>
            </a:r>
          </a:p>
          <a:p>
            <a:pPr/>
            <a:r>
              <a:t>* **Communication Channel:** Direct voice or messaging availability for urgent inquiries</a:t>
            </a:r>
          </a:p>
          <a:p>
            <a:pPr/>
            <a:r>
              <a:t>* **Global Reach:** International phone contact enabled for professional networking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Personal Portfolio Website</a:t>
            </a:r>
          </a:p>
          <a:p>
            <a:pPr/>
            <a:r>
              <a:t>* **Website URL:** https://shani-kirzon.netlify.app</a:t>
            </a:r>
          </a:p>
          <a:p>
            <a:pPr/>
            <a:r>
              <a:t>* **Interactive Showcase:** Explore comprehensive project case studies and professional background</a:t>
            </a:r>
          </a:p>
          <a:p>
            <a:pPr/>
            <a:r>
              <a:t>* **Visual Identity:** Features custom digital design elements, including AI-themed animations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Let's Build Together</a:t>
            </a:r>
          </a:p>
          <a:p>
            <a:pPr/>
            <a:r>
              <a:t>* **Summary:** Combining full-stack capabilities with cutting-edge AI engineering</a:t>
            </a:r>
          </a:p>
          <a:p>
            <a:pPr/>
            <a:r>
              <a:t>* **Next Steps:** Reach out via email, phone, or explore the portfolio online</a:t>
            </a:r>
          </a:p>
          <a:p>
            <a:pPr/>
            <a:r>
              <a:t>* **Call to Action:** Available for new opportunities and technical collaborations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