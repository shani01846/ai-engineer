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Based on the provided source, here is the content for a 6-slide presentation: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Shani Kirzon: Professional Overview</a:t>
            </a:r>
          </a:p>
          <a:p>
            <a:pPr/>
            <a:r>
              <a:t>**Bullet points:**</a:t>
            </a:r>
          </a:p>
          <a:p>
            <a:pPr/>
            <a:r>
              <a:t>AI Engineer &amp; Full Stack Developer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[shani-kirzon.netlify.app](https://shani-kirzon.netlify.app)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Dedicated to innovative software development and interactive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Core Expertise &amp; Roles</a:t>
            </a:r>
          </a:p>
          <a:p>
            <a:pPr/>
            <a:r>
              <a:t>**Bullet points:**</a:t>
            </a:r>
          </a:p>
          <a:p>
            <a:pPr/>
            <a:r>
              <a:t>Specialized as an AI Engineer and Full Stack Developer</a:t>
            </a:r>
          </a:p>
          <a:p>
            <a:pPr/>
            <a:r>
              <a:t>Bridges the gap between backend AI logic and frontend user experiences</a:t>
            </a:r>
          </a:p>
          <a:p>
            <a:pPr/>
            <a:r>
              <a:t>Focuses on modern, scalable development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tools to build intelligent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Integrating AI with Creativity</a:t>
            </a:r>
          </a:p>
          <a:p>
            <a:pPr/>
            <a:r>
              <a:t>**Bullet points:**</a:t>
            </a:r>
          </a:p>
          <a:p>
            <a:pPr/>
            <a:r>
              <a:t>Incorporates dynamic visual elements like AI robot coding animations</a:t>
            </a:r>
          </a:p>
          <a:p>
            <a:pPr/>
            <a:r>
              <a:t>Emphasizes modern UI/UX principles in technical execution</a:t>
            </a:r>
          </a:p>
          <a:p>
            <a:pPr/>
            <a:r>
              <a:t>Creates engaging user journeys through responsive design</a:t>
            </a:r>
          </a:p>
          <a:p>
            <a:pPr/>
            <a:r>
              <a:t>Utilizes custom graphics and animated assets to enhance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Get in Touch</a:t>
            </a:r>
          </a:p>
          <a:p>
            <a:pPr/>
            <a:r>
              <a:t>**Bullet points:**</a:t>
            </a:r>
          </a:p>
          <a:p>
            <a:pPr/>
            <a:r>
              <a:t>**Email:** shani01846@gmail.com (Available for direct professional inquiries)</a:t>
            </a:r>
          </a:p>
          <a:p>
            <a:pPr/>
            <a:r>
              <a:t>**Phone:** +972 54 850 1846 (Direct line for communication)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channels established for seamless networking and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Open Source &amp; Code Repositories</a:t>
            </a:r>
          </a:p>
          <a:p>
            <a:pPr/>
            <a:r>
              <a:t>**Bullet points:**</a:t>
            </a:r>
          </a:p>
          <a:p>
            <a:pPr/>
            <a:r>
              <a:t>**GitHub Profile:** [github.com/shani01846](https://github.com/shani01846)</a:t>
            </a:r>
          </a:p>
          <a:p>
            <a:pPr/>
            <a:r>
              <a:t>Active showcase of development projects and coding repositories</a:t>
            </a:r>
          </a:p>
          <a:p>
            <a:pPr/>
            <a:r>
              <a:t>Demonstrates version control proficiency and collaborative coding skills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Explore the Complete Portfolio</a:t>
            </a:r>
          </a:p>
          <a:p>
            <a:pPr/>
            <a:r>
              <a:t>**Bullet points:**</a:t>
            </a:r>
          </a:p>
          <a:p>
            <a:pPr/>
            <a:r>
              <a:t>Visit the official personal website at [shani-kirzon.netlify.app](https://shani-kirzon.netlify.app)</a:t>
            </a:r>
          </a:p>
          <a:p>
            <a:pPr/>
            <a:r>
              <a:t>Explore detailed project case studies and interactive demonstrations</a:t>
            </a:r>
          </a:p>
          <a:p>
            <a:pPr/>
            <a:r>
              <a:t>Open to new opportunities, collaborations, and engineering challenges</a:t>
            </a:r>
          </a:p>
          <a:p>
            <a:pPr/>
            <a:r>
              <a:t>Let’s connect to build the future of AI and web development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