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Here is the presentation slide content based on the provided source: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Meet Shani Kirzon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Engineer &amp; Full Stack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Passionate about building intelligent applications and web solutions</a:t>
            </a:r>
          </a:p>
          <a:p>
            <a:pPr/>
            <a:r>
              <a:t>Ready to connect, collaborate, and innovate</a:t>
            </a:r>
          </a:p>
          <a:p>
            <a:pPr/>
            <a:r>
              <a:t>**SLIDE TITLE:** Professional Focus</a:t>
            </a:r>
          </a:p>
          <a:p>
            <a:pPr/>
            <a:r>
              <a:t>**Bullet points:**</a:t>
            </a:r>
          </a:p>
          <a:p>
            <a:pPr/>
            <a:r>
              <a:t>Specialization in Artificial Intelligence engineering</a:t>
            </a:r>
          </a:p>
          <a:p>
            <a:pPr/>
            <a:r>
              <a:t>Comprehensive Full Stack Development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AI and robust web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**SLIDE TITLE:** Portfolio &amp; Digital Hub</a:t>
            </a:r>
          </a:p>
          <a:p>
            <a:pPr/>
            <a:r>
              <a:t>**Bullet points:**</a:t>
            </a:r>
          </a:p>
          <a:p>
            <a:pPr/>
            <a:r>
              <a:t>Explore live projects and work on the official website</a:t>
            </a:r>
          </a:p>
          <a:p>
            <a:pPr/>
            <a:r>
              <a:t>Interactive web experience hosted via Netlify</a:t>
            </a:r>
          </a:p>
          <a:p>
            <a:pPr/>
            <a:r>
              <a:t>Showcasing creative applications of AI robot coding and development</a:t>
            </a:r>
          </a:p>
          <a:p>
            <a:pPr/>
            <a:r>
              <a:t>**SLIDE TITLE:** Code Repositories</a:t>
            </a:r>
          </a:p>
          <a:p>
            <a:pPr/>
            <a:r>
              <a:t>**Bullet points:**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contributions and personal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Access source code and development practices directly</a:t>
            </a:r>
          </a:p>
          <a:p>
            <a:pPr/>
            <a:r>
              <a:t>Engaging with the developer community through continuous coding</a:t>
            </a:r>
          </a:p>
          <a:p>
            <a:pPr/>
            <a:r>
              <a:t>**SLIDE TITLE:** Get in Touch</a:t>
            </a:r>
          </a:p>
          <a:p>
            <a:pPr/>
            <a:r>
              <a:t>**Bullet points:**</a:t>
            </a:r>
          </a:p>
          <a:p>
            <a:pPr/>
            <a:r>
              <a:t>Professional email contact available for inquiries and opportunities</a:t>
            </a:r>
          </a:p>
          <a:p>
            <a:pPr/>
            <a:r>
              <a:t>Direct phone contact (+972548501846) for immediate discussions</a:t>
            </a:r>
          </a:p>
          <a:p>
            <a:pPr/>
            <a:r>
              <a:t>Open to networking, freelance projects, and professional collaborations</a:t>
            </a:r>
          </a:p>
          <a:p>
            <a:pPr/>
            <a:r>
              <a:t>**SLIDE TITLE:** Powered by AI</a:t>
            </a:r>
          </a:p>
          <a:p>
            <a:pPr/>
            <a:r>
              <a:t>**Bullet points:**</a:t>
            </a:r>
          </a:p>
          <a:p>
            <a:pPr/>
            <a:r>
              <a:t>Integrating automated and intelligent systems into everyday workflows</a:t>
            </a:r>
          </a:p>
          <a:p>
            <a:pPr/>
            <a:r>
              <a:t>Utilizing modern web standards and responsive design elements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thinking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supporting bullets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