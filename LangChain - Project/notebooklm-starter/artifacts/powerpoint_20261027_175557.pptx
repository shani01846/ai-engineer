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shani-kirzon.netlify.app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innovative solutions at the intersection of AI and full-stack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Professional Overview</a:t>
            </a:r>
          </a:p>
          <a:p>
            <a:pPr/>
            <a:r>
              <a:t>**Bullet points:**</a:t>
            </a:r>
          </a:p>
          <a:p>
            <a:pPr/>
            <a:r>
              <a:t>Specialized expertise as an AI Engineer</a:t>
            </a:r>
          </a:p>
          <a:p>
            <a:pPr/>
            <a:r>
              <a:t>Comprehensive skill set in Full Stack Development</a:t>
            </a:r>
          </a:p>
          <a:p>
            <a:pPr/>
            <a:r>
              <a:t>Combines intelligent automation and robust software engineering</a:t>
            </a:r>
          </a:p>
          <a:p>
            <a:pPr/>
            <a:r>
              <a:t>Dedicated to creating modern, responsive, and functional web applications</a:t>
            </a:r>
          </a:p>
          <a:p>
            <a:pPr/>
            <a:r>
              <a:t>**SLIDE TITLE:** Branding &amp; Visuals</a:t>
            </a:r>
          </a:p>
          <a:p>
            <a:pPr/>
            <a:r>
              <a:t>**Bullet points:**</a:t>
            </a:r>
          </a:p>
          <a:p>
            <a:pPr/>
            <a:r>
              <a:t>Features an interactive AI robot coding graphic</a:t>
            </a:r>
          </a:p>
          <a:p>
            <a:pPr/>
            <a:r>
              <a:t>Clean, professional design utilizing a modern color palette</a:t>
            </a:r>
          </a:p>
          <a:p>
            <a:pPr/>
            <a:r>
              <a:t>Polished presentation with custom line graphics and buttons</a:t>
            </a:r>
          </a:p>
          <a:p>
            <a:pPr/>
            <a:r>
              <a:t>Consistent branding across digital touchpoints</a:t>
            </a:r>
          </a:p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  <a:p>
            <a:pPr/>
            <a:r>
              <a:t>**Email:** shani01846@gmail.com</a:t>
            </a:r>
          </a:p>
          <a:p>
            <a:pPr/>
            <a:r>
              <a:t>**Phone:** +972 54 850 1846</a:t>
            </a:r>
          </a:p>
          <a:p>
            <a:pPr/>
            <a:r>
              <a:t>Direct communication channels open for collaborations and opportunities</a:t>
            </a:r>
          </a:p>
          <a:p>
            <a:pPr/>
            <a:r>
              <a:t>**SLIDE TITLE:** Digital Footprint</a:t>
            </a:r>
          </a:p>
          <a:p>
            <a:pPr/>
            <a:r>
              <a:t>**Bullet points:**</a:t>
            </a:r>
          </a:p>
          <a:p>
            <a:pPr/>
            <a:r>
              <a:t>**Personal Website:** Explore projects and portfolio at [shani-kirzon.netlify.app](https://shani-kirzon.netlify.app)</a:t>
            </a:r>
          </a:p>
          <a:p>
            <a:pPr/>
            <a:r>
              <a:t>**GitHub Profile:** Review source code and repositories at [github.com/shani01846](https://github.com/shani01846)</a:t>
            </a:r>
          </a:p>
          <a:p>
            <a:pPr/>
            <a:r>
              <a:t>Active contributor and builder in the developer community</a:t>
            </a:r>
          </a:p>
          <a:p>
            <a:pPr/>
            <a:r>
              <a:t>**SLIDE TITLE:** Skills &amp; Capabilities</a:t>
            </a:r>
          </a:p>
          <a:p>
            <a:pPr/>
            <a:r>
              <a:t>**Bullet points:**</a:t>
            </a:r>
          </a:p>
          <a:p>
            <a:pPr/>
            <a:r>
              <a:t>Artificial Intelligence integration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web development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Modern web technologies and responsive design principles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project execution from concept to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