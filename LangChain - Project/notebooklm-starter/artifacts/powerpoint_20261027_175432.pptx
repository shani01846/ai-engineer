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shani-kirzon.netlify.app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technology solutions and innovative web development.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Professional Focus</a:t>
            </a:r>
          </a:p>
          <a:p>
            <a:pPr/>
            <a:r>
              <a:t>**Bullet points:**</a:t>
            </a:r>
          </a:p>
          <a:p>
            <a:pPr/>
            <a:r>
              <a:t>Specialization in Artificial Intelligence engineering</a:t>
            </a:r>
          </a:p>
          <a:p>
            <a:pPr/>
            <a:r>
              <a:t>Comprehensive Full Stack Development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Dynamic Technology Integration</a:t>
            </a:r>
          </a:p>
          <a:p>
            <a:pPr/>
            <a:r>
              <a:t>**Bullet points:**</a:t>
            </a:r>
          </a:p>
          <a:p>
            <a:pPr/>
            <a:r>
              <a:t>Features an AI robot coding visual representation</a:t>
            </a:r>
          </a:p>
          <a:p>
            <a:pPr/>
            <a:r>
              <a:t>Interactive portfolio links embedded directly into professional communications</a:t>
            </a:r>
          </a:p>
          <a:p>
            <a:pPr/>
            <a:r>
              <a:t>Modern digital presence designed for seamless networking</a:t>
            </a:r>
          </a:p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  <a:p>
            <a:pPr/>
            <a:r>
              <a:t>**Email:** shani01846@gmail.com</a:t>
            </a:r>
          </a:p>
          <a:p>
            <a:pPr/>
            <a:r>
              <a:t>**Phone:** +972 54-850-1846</a:t>
            </a:r>
          </a:p>
          <a:p>
            <a:pPr/>
            <a:r>
              <a:t>Direct communication lines open for professional inquiries and collaborations</a:t>
            </a:r>
          </a:p>
          <a:p>
            <a:pPr/>
            <a:r>
              <a:t>**SLIDE TITLE:** Online Presence &amp; Code Repositories</a:t>
            </a:r>
          </a:p>
          <a:p>
            <a:pPr/>
            <a:r>
              <a:t>**Bullet points:**</a:t>
            </a:r>
          </a:p>
          <a:p>
            <a:pPr/>
            <a:r>
              <a:t>**GitHub:** github.com/shani01846 (Explore open-source contributions and code repositories)</a:t>
            </a:r>
          </a:p>
          <a:p>
            <a:pPr/>
            <a:r>
              <a:t>**Portfolio:** shani-kirzon.netlify.app (View live projects and professional achievements)</a:t>
            </a:r>
          </a:p>
          <a:p>
            <a:pPr/>
            <a:r>
              <a:t>Active engagement in the developer community</a:t>
            </a:r>
          </a:p>
          <a:p>
            <a:pPr/>
            <a:r>
              <a:t>**SLIDE TITLE:** Let's Build Together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Available for innovative projects, roles, and technical collaborations</a:t>
            </a:r>
          </a:p>
          <a:p>
            <a:pPr/>
            <a:r>
              <a:t>Reach out via email, phone, or explore the online portfolio to learn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