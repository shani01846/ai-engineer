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the presentation slide content based on the provided source: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Meet Shani Kirzon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Engineer &amp; Full Stack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shani-kirzon.netlify.app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technology solutions and modern web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Core Technical Skills</a:t>
            </a:r>
          </a:p>
          <a:p>
            <a:pPr/>
            <a:r>
              <a:t>**Bullet points:**</a:t>
            </a:r>
          </a:p>
          <a:p>
            <a:pPr/>
            <a:r>
              <a:t>Artificial Intelligence (AI) Engineering and development</a:t>
            </a:r>
          </a:p>
          <a:p>
            <a:pPr/>
            <a:r>
              <a:t>Full Stack Web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Get in Touch via Email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shani01846@gmail.com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 and reliable channel for professional inquiries, collaborations, and opportunities</a:t>
            </a:r>
          </a:p>
          <a:p>
            <a:pPr/>
            <a:r>
              <a:t>Always open to discussing new projects and tech innovations</a:t>
            </a:r>
          </a:p>
          <a:p>
            <a:pPr/>
            <a:r>
              <a:t>**SLIDE TITLE:** Explore the GitHub Profile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shani01846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contributions, code repositories, and technical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 experience with AI coding and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Phone &amp; Direct Reach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+972548501846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Available for direct professional communication and networking</a:t>
            </a:r>
          </a:p>
          <a:p>
            <a:pPr/>
            <a:r>
              <a:t>Connect quickly for urgent matters or project discussions</a:t>
            </a:r>
          </a:p>
          <a:p>
            <a:pPr/>
            <a:r>
              <a:t>**SLIDE TITLE:** Discover the Portfolio Website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shani-kirzon.netlify.app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Features interactive elements, including visual AI and robot coding themes</a:t>
            </a:r>
          </a:p>
          <a:p>
            <a:pPr/>
            <a:r>
              <a:t>Comprehensive showcase of professional works, skills, and 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